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78" r:id="rId7"/>
    <p:sldId id="279" r:id="rId8"/>
    <p:sldId id="258" r:id="rId9"/>
    <p:sldId id="280" r:id="rId10"/>
    <p:sldId id="281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6329" y="3509010"/>
            <a:ext cx="3742212" cy="1260960"/>
          </a:xfrm>
        </p:spPr>
        <p:txBody>
          <a:bodyPr anchor="ctr"/>
          <a:lstStyle/>
          <a:p>
            <a:pPr algn="r"/>
            <a:r>
              <a:rPr lang="en-US" sz="2800" dirty="0"/>
              <a:t>Student Pass/Fail</a:t>
            </a:r>
            <a:br>
              <a:rPr lang="en-US" sz="2800" dirty="0"/>
            </a:br>
            <a:r>
              <a:rPr lang="en-US" sz="2800" dirty="0"/>
              <a:t>Prediction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84BE1-B51F-1144-7D28-534C5D3F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224" y="2288369"/>
            <a:ext cx="1280317" cy="1220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6749AB-46ED-C7E2-4E32-2A500FFD0D39}"/>
              </a:ext>
            </a:extLst>
          </p:cNvPr>
          <p:cNvSpPr txBox="1"/>
          <p:nvPr/>
        </p:nvSpPr>
        <p:spPr>
          <a:xfrm>
            <a:off x="7601218" y="5482779"/>
            <a:ext cx="35773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Submitted to : Prof. Abhishek Singh</a:t>
            </a:r>
          </a:p>
          <a:p>
            <a:pPr algn="r"/>
            <a:r>
              <a:rPr lang="en-US" sz="1400" dirty="0"/>
              <a:t>Team member : Anshika Nigam</a:t>
            </a:r>
          </a:p>
          <a:p>
            <a:pPr algn="r"/>
            <a:r>
              <a:rPr lang="en-US" sz="1400" dirty="0" err="1"/>
              <a:t>Pratha</a:t>
            </a:r>
            <a:r>
              <a:rPr lang="en-US" sz="1400" dirty="0"/>
              <a:t> Solanki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63870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67" y="2139519"/>
            <a:ext cx="4829451" cy="380408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Introduction and Project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Dataset Preparation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Preprocessing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Models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Prediction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Conclusion and Future Enhancements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763" y="487018"/>
            <a:ext cx="5149049" cy="3377354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383E6-7665-FC01-6AED-72C247A278B2}"/>
              </a:ext>
            </a:extLst>
          </p:cNvPr>
          <p:cNvSpPr txBox="1"/>
          <p:nvPr/>
        </p:nvSpPr>
        <p:spPr>
          <a:xfrm>
            <a:off x="7318663" y="3988382"/>
            <a:ext cx="4193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Traditional methods cannot accurately predict student performance.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D1507-CA2C-3337-7F32-81A299ABF6DD}"/>
              </a:ext>
            </a:extLst>
          </p:cNvPr>
          <p:cNvSpPr txBox="1"/>
          <p:nvPr/>
        </p:nvSpPr>
        <p:spPr>
          <a:xfrm>
            <a:off x="7971883" y="4795099"/>
            <a:ext cx="3929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Challenges:   Low attendance </a:t>
            </a:r>
          </a:p>
          <a:p>
            <a:r>
              <a:rPr lang="en-US" sz="1400" dirty="0"/>
              <a:t>                      Poor internal marks </a:t>
            </a:r>
          </a:p>
          <a:p>
            <a:r>
              <a:rPr lang="en-US" sz="1400" dirty="0"/>
              <a:t>    	   Weak practical performance </a:t>
            </a:r>
          </a:p>
          <a:p>
            <a:r>
              <a:rPr lang="en-US" sz="1400" dirty="0"/>
              <a:t>	   Lack of data analysis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1962557"/>
          </a:xfrm>
        </p:spPr>
        <p:txBody>
          <a:bodyPr/>
          <a:lstStyle/>
          <a:p>
            <a:r>
              <a:rPr lang="en-IN" dirty="0"/>
              <a:t>Project Objectives</a:t>
            </a:r>
            <a:endParaRPr lang="en-US" dirty="0"/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7DF683-A33D-062D-98AC-B1C3F6CDD9AD}"/>
              </a:ext>
            </a:extLst>
          </p:cNvPr>
          <p:cNvSpPr txBox="1"/>
          <p:nvPr/>
        </p:nvSpPr>
        <p:spPr>
          <a:xfrm>
            <a:off x="6991350" y="2840854"/>
            <a:ext cx="4292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Predict student pass/fail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Analyze academic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machine learning algorithms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prediction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weak students early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8F3758-F70F-2994-EB1E-717B46939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IN" dirty="0"/>
              <a:t>Software and Tools Used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52E2E9-24E2-7513-65E5-0C4AF02480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79126443"/>
              </p:ext>
            </p:extLst>
          </p:nvPr>
        </p:nvGraphicFramePr>
        <p:xfrm>
          <a:off x="1322388" y="2778711"/>
          <a:ext cx="7288212" cy="3000652"/>
        </p:xfrm>
        <a:graphic>
          <a:graphicData uri="http://schemas.openxmlformats.org/drawingml/2006/table">
            <a:tbl>
              <a:tblPr/>
              <a:tblGrid>
                <a:gridCol w="3644106">
                  <a:extLst>
                    <a:ext uri="{9D8B030D-6E8A-4147-A177-3AD203B41FA5}">
                      <a16:colId xmlns:a16="http://schemas.microsoft.com/office/drawing/2014/main" val="926623186"/>
                    </a:ext>
                  </a:extLst>
                </a:gridCol>
                <a:gridCol w="3644106">
                  <a:extLst>
                    <a:ext uri="{9D8B030D-6E8A-4147-A177-3AD203B41FA5}">
                      <a16:colId xmlns:a16="http://schemas.microsoft.com/office/drawing/2014/main" val="2912544088"/>
                    </a:ext>
                  </a:extLst>
                </a:gridCol>
              </a:tblGrid>
              <a:tr h="750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Tool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658634"/>
                  </a:ext>
                </a:extLst>
              </a:tr>
              <a:tr h="750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IBM SPSS Modeler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Mining &amp; Prediction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96141"/>
                  </a:ext>
                </a:extLst>
              </a:tr>
              <a:tr h="750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Microsoft Excel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Dataset Creation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64321"/>
                  </a:ext>
                </a:extLst>
              </a:tr>
              <a:tr h="750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CSV File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Storage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98818"/>
                  </a:ext>
                </a:extLst>
              </a:tr>
            </a:tbl>
          </a:graphicData>
        </a:graphic>
      </p:graphicFrame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1"/>
            <a:ext cx="4179570" cy="2185880"/>
          </a:xfrm>
        </p:spPr>
        <p:txBody>
          <a:bodyPr/>
          <a:lstStyle/>
          <a:p>
            <a:r>
              <a:rPr lang="en-IN" dirty="0"/>
              <a:t>Future Enhancements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895BE-6E7C-752E-246E-39285831AFB9}"/>
              </a:ext>
            </a:extLst>
          </p:cNvPr>
          <p:cNvSpPr txBox="1"/>
          <p:nvPr/>
        </p:nvSpPr>
        <p:spPr>
          <a:xfrm>
            <a:off x="7421732" y="3249227"/>
            <a:ext cx="37491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larger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Add deep learning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 web 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Real-time student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Cloud-based prediction system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03503"/>
            <a:ext cx="7275620" cy="3982357"/>
          </a:xfrm>
        </p:spPr>
        <p:txBody>
          <a:bodyPr>
            <a:normAutofit/>
          </a:bodyPr>
          <a:lstStyle/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Machine learning successfully predicts student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Random Trees and Neural Networks gave high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IBM SPSS Modeler provides efficient predictive analytics.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helps institutions improve student success rates.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1569588"/>
            <a:ext cx="4179570" cy="1524735"/>
          </a:xfrm>
        </p:spPr>
        <p:txBody>
          <a:bodyPr/>
          <a:lstStyle/>
          <a:p>
            <a:r>
              <a:rPr lang="en-US" sz="40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0" y="3300246"/>
            <a:ext cx="5080986" cy="2850181"/>
          </a:xfrm>
        </p:spPr>
        <p:txBody>
          <a:bodyPr>
            <a:noAutofit/>
          </a:bodyPr>
          <a:lstStyle/>
          <a:p>
            <a:r>
              <a:rPr lang="en-US" sz="2500" dirty="0"/>
              <a:t>for Your Attention 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54</TotalTime>
  <Words>186</Words>
  <Application>Microsoft Office PowerPoint</Application>
  <PresentationFormat>Widescreen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Custom</vt:lpstr>
      <vt:lpstr>Student Pass/Fail Prediction System</vt:lpstr>
      <vt:lpstr>AGENDA</vt:lpstr>
      <vt:lpstr>Problem Statement</vt:lpstr>
      <vt:lpstr>Project Objectives</vt:lpstr>
      <vt:lpstr>Software and Tools Used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ANSHIKA NIGAM</dc:creator>
  <cp:lastModifiedBy>ANSHIKA NIGAM</cp:lastModifiedBy>
  <cp:revision>1</cp:revision>
  <dcterms:created xsi:type="dcterms:W3CDTF">2026-05-16T08:57:24Z</dcterms:created>
  <dcterms:modified xsi:type="dcterms:W3CDTF">2026-05-16T09:51:30Z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